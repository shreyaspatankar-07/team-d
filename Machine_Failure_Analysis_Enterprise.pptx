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583680" cy="6583680"/>
          </a:xfrm>
          <a:prstGeom prst="ellipse">
            <a:avLst/>
          </a:prstGeom>
          <a:solidFill>
            <a:srgbClr val="0F2E5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280160"/>
            <a:ext cx="4754880" cy="47548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669280"/>
            <a:ext cx="0" cy="0"/>
          </a:xfrm>
          <a:prstGeom prst="line">
            <a:avLst/>
          </a:prstGeom>
          <a:noFill/>
          <a:ln w="6350">
            <a:solidFill>
              <a:srgbClr val="16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669280"/>
            <a:ext cx="0" cy="0"/>
          </a:xfrm>
          <a:prstGeom prst="line">
            <a:avLst/>
          </a:prstGeom>
          <a:noFill/>
          <a:ln w="6350">
            <a:solidFill>
              <a:srgbClr val="16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669280"/>
            <a:ext cx="0" cy="0"/>
          </a:xfrm>
          <a:prstGeom prst="line">
            <a:avLst/>
          </a:prstGeom>
          <a:noFill/>
          <a:ln w="6350">
            <a:solidFill>
              <a:srgbClr val="164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669280"/>
            <a:ext cx="0" cy="0"/>
          </a:xfrm>
          <a:prstGeom prst="line">
            <a:avLst/>
          </a:prstGeom>
          <a:noFill/>
          <a:ln w="6350">
            <a:solidFill>
              <a:srgbClr val="164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669280"/>
            <a:ext cx="0" cy="0"/>
          </a:xfrm>
          <a:prstGeom prst="line">
            <a:avLst/>
          </a:prstGeom>
          <a:noFill/>
          <a:ln w="6350">
            <a:solidFill>
              <a:srgbClr val="164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669280"/>
            <a:ext cx="0" cy="0"/>
          </a:xfrm>
          <a:prstGeom prst="line">
            <a:avLst/>
          </a:prstGeom>
          <a:noFill/>
          <a:ln w="6350">
            <a:solidFill>
              <a:srgbClr val="16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F2E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PRESENTATION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Failure Analysis Platform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Maintenance &amp; Industrial Monitoring System built on the AI4I 2020 Dataset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108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Subal V 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github.com/subal-v-r/Machine-Failure-Analysis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A1F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machine breakdowns disrupt production, increase costs, and create safety risks — yet most maintenance today is still reactive, acting only after a failure occurs.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3383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 is costly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17320" y="37490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are run until failure, resulting in unplanned downtime, urgent repairs, and production loss.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383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monitoring view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0" y="37490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readings, failure history, and maintenance records are typically scattered across disconnected tools.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983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failure modes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17320" y="5349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Dissipation, Power, Overstrain, Tool Wear, and Random failures each need distinct monitoring signals.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4983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maintenance workflow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40880" y="5349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 to log, assign, and track work orders, maintenance response stays informal and inconsistent.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 platform to monitor machine health using the AI4I 2020 dataset.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733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73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600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interactive analytics to understand failure patterns and sensor behavior.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machine-level exploration of live sensor readings and health status.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724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651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AI Assistant to support maintenance decision-making.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76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the maintenance workflow — from work order creation to closure.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776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7033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preventive maintenance scheduling to reduce unplanned downtime.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280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28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7548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platform with authenticated, role-based access for Admin and Employee users.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secure, web-based platform that unifies monitoring, analytics, AI-assisted diagnosis, and maintenance operations for industrial machines.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3558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and failure/machine-type overview across the entire fleet.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Machine Explorer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33558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distribution, and failure-mode analysis, plus per-machine drill-down.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33558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maintenance insights grounded in each machine's live sensor context.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406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Workflow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55040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creation, tracking, and preventive maintenance scheduling.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43434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FA9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0" y="555040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 authentication with Admin and Employee roles.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43434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3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Dataset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66760" y="555040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the AI4I 2020 Predictive Maintenance dataset.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A1F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42032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data: 10,000 machine records with sensor readings and failure labels.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651760" y="3054096"/>
            <a:ext cx="219456" cy="201168"/>
          </a:xfrm>
          <a:prstGeom prst="chevron">
            <a:avLst/>
          </a:prstGeom>
          <a:solidFill>
            <a:srgbClr val="3FA9F5"/>
          </a:solidFill>
          <a:ln/>
        </p:spPr>
      </p:sp>
      <p:sp>
        <p:nvSpPr>
          <p:cNvPr id="8" name="Shape 6"/>
          <p:cNvSpPr/>
          <p:nvPr/>
        </p:nvSpPr>
        <p:spPr>
          <a:xfrm>
            <a:off x="2889504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F2E52"/>
          </a:solidFill>
          <a:ln/>
        </p:spPr>
      </p:sp>
      <p:sp>
        <p:nvSpPr>
          <p:cNvPr id="9" name="Text 7"/>
          <p:cNvSpPr/>
          <p:nvPr/>
        </p:nvSpPr>
        <p:spPr>
          <a:xfrm>
            <a:off x="2999232" y="2542032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99232" y="315468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validates user credentials and assigns Admin / Employee access.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873752" y="3054096"/>
            <a:ext cx="219456" cy="201168"/>
          </a:xfrm>
          <a:prstGeom prst="chevron">
            <a:avLst/>
          </a:prstGeom>
          <a:solidFill>
            <a:srgbClr val="3FA9F5"/>
          </a:solidFill>
          <a:ln/>
        </p:spPr>
      </p:sp>
      <p:sp>
        <p:nvSpPr>
          <p:cNvPr id="12" name="Shape 10"/>
          <p:cNvSpPr/>
          <p:nvPr/>
        </p:nvSpPr>
        <p:spPr>
          <a:xfrm>
            <a:off x="5111496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5221224" y="2542032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21224" y="315468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machine data, computes health status, and manages work orders.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095744" y="3054096"/>
            <a:ext cx="219456" cy="201168"/>
          </a:xfrm>
          <a:prstGeom prst="chevron">
            <a:avLst/>
          </a:prstGeom>
          <a:solidFill>
            <a:srgbClr val="3FA9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33488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F2E52"/>
          </a:solidFill>
          <a:ln/>
        </p:spPr>
      </p:sp>
      <p:sp>
        <p:nvSpPr>
          <p:cNvPr id="17" name="Text 15"/>
          <p:cNvSpPr/>
          <p:nvPr/>
        </p:nvSpPr>
        <p:spPr>
          <a:xfrm>
            <a:off x="7443216" y="2542032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43216" y="315468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monitoring, analytics, Machine Explorer, and AI Assistant to users.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317736" y="3054096"/>
            <a:ext cx="219456" cy="201168"/>
          </a:xfrm>
          <a:prstGeom prst="chevron">
            <a:avLst/>
          </a:prstGeom>
          <a:solidFill>
            <a:srgbClr val="3FA9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555480" y="23774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665208" y="2542032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65208" y="315468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and preventive maintenance actions are logged and tracked.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the dataset through authentication into the backend, which powers the dashboard, analytics, AI Assistant, and maintenance workflow modules seen by the end user.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0749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230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559612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dashboard, analytics, AI Assistant, and maintenance workflow management.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50749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230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559612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access to monitoring, analytics, and maintenance workflow features.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965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72821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97680" y="1728216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Predictive Maintenance Dataset — 10,000 records, 14 features, powering all analytics and monitoring.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70632"/>
            <a:ext cx="11064240" cy="987552"/>
          </a:xfrm>
          <a:prstGeom prst="rect">
            <a:avLst/>
          </a:prstGeom>
          <a:ln w="12700">
            <a:solidFill>
              <a:srgbClr val="DCE4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9008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2E52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89864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97680" y="2898648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that serves machine data, computes health status, and manages authentication and work orders.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3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069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97680" y="4069080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 — monitoring views, analytics charts, Machine Explorer, and maintenance forms.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111496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111496"/>
            <a:ext cx="11064240" cy="987552"/>
          </a:xfrm>
          <a:prstGeom prst="rect">
            <a:avLst/>
          </a:prstGeom>
          <a:ln w="12700">
            <a:solidFill>
              <a:srgbClr val="DCE4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33095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6406B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52395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97680" y="5239512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module that generates maintenance insights using live machine sensor context.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Authentication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platform is protected by username/password authentication, with session-based access and role separation between Admin and Employee users.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0A1F3D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423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88720" y="3355848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0F2E52"/>
          </a:solidFill>
          <a:ln w="12700">
            <a:solidFill>
              <a:srgbClr val="16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88720" y="4270248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0F2E52"/>
          </a:solidFill>
          <a:ln w="12700">
            <a:solidFill>
              <a:srgbClr val="1640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50749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3FA9F5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5074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5806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as: Admin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49240" y="210312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239572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0A1F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63347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access, including maintenance workflow management and system-wide analytics.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49240" y="352044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5577840" y="381304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05079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monitoring, analytics, and maintenance workflow within a secure session.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49240" y="493776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Protection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5440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signed in, the session identifies the active user throughout the platform — shown as "Signed in as: Admin" — and restricts pages until a valid login is completed.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— MONITORING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Monitoring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overview of the AI4I 2020 dataset — key performance indicators, failure distribution, and machine-type composition.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6" name="Image 0" descr="Screenshot_2026-08-14_18515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11680"/>
            <a:ext cx="521208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87452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8" name="Image 1" descr="Screenshot_2026-08-14_18520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2011680"/>
            <a:ext cx="5212080" cy="4251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— ANALYTICS &amp; EXPLORATION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&amp; Machine Explorer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and distribution analysis across sensors, plus a per-machine explorer for live health and sensor status.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6" name="Image 0" descr="Screenshot_2026-08-14_1852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11680"/>
            <a:ext cx="338328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97680" y="1874520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8" name="Image 1" descr="Screenshot_2026-08-14_18523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2011680"/>
            <a:ext cx="3383280" cy="4251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46720" y="1874520"/>
            <a:ext cx="3611880" cy="45262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10" name="Image 2" descr="Screenshot_2026-08-14_185249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2011680"/>
            <a:ext cx="3337560" cy="42519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— AI ASSISTANT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Maintenance Insights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uses each machine's live sensor context to help generate maintenance insights and answer technician questions.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099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6" name="Image 0" descr="Screenshot_2026-08-14_1853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11680"/>
            <a:ext cx="1083564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— MAINTENANCE OPERATIONS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Workflow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Creation, Work Order Management, and Preventive Maintenance form a connected maintenance workflow.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Creation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1188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7" name="Image 0" descr="Screenshot_2026-08-14_1853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468880"/>
            <a:ext cx="3337560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0" y="1965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Management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2331720"/>
            <a:ext cx="361188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10" name="Image 1" descr="Screenshot_2026-08-14_18533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2468880"/>
            <a:ext cx="3337560" cy="2788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0" y="1965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2331720"/>
            <a:ext cx="361188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13" name="Image 2" descr="Screenshot_2026-08-14_18533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2468880"/>
            <a:ext cx="3337560" cy="2788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Benefits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Monitoring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view of machine health, failures, and fleet composition.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and distribution analysis to understand failure drivers.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Machine-Level Insight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live sensor readings and health status per machine.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Diagnosis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supports maintenance decisions with contextual insights.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54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Workflow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move from creation to tracking in one system.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3977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356616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4754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Scheduling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5212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maintenance ahead of failure with a dedicated module.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754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212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Employee roles with session-based protection.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52560" y="39776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3F6FA"/>
          </a:solidFill>
          <a:ln/>
        </p:spPr>
      </p:sp>
      <p:sp>
        <p:nvSpPr>
          <p:cNvPr id="33" name="Shape 31"/>
          <p:cNvSpPr/>
          <p:nvPr/>
        </p:nvSpPr>
        <p:spPr>
          <a:xfrm>
            <a:off x="9235440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F3D"/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0" y="4754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Source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5212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the AI4I 2020 dataset for consistency.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Application Demonstration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the platform in action — from monitoring to analytics to maintenance operations.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6" name="Image 0" descr="Screenshot_2026-08-14_18515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11680"/>
            <a:ext cx="333756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321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874520"/>
            <a:ext cx="361188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9" name="Image 1" descr="Screenshot_2026-08-14_1853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2011680"/>
            <a:ext cx="333756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0" y="55321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Explorer — Health Status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46720" y="1874520"/>
            <a:ext cx="361188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  <a:effectLst>
            <a:outerShdw sx="100000" sy="100000" kx="0" ky="0" algn="bl" rotWithShape="0" blurRad="88900" dist="38100" dir="5400000">
              <a:srgbClr val="1B2733">
                <a:alpha val="16000"/>
              </a:srgbClr>
            </a:outerShdw>
          </a:effectLst>
        </p:spPr>
      </p:sp>
      <p:pic>
        <p:nvPicPr>
          <p:cNvPr id="12" name="Image 2" descr="Screenshot_2026-08-14_18534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2011680"/>
            <a:ext cx="3337560" cy="3291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55321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Calendar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562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222199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trained machine-learning model for automated failure prediction.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47672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562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12280" y="222199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technicians when a machine's health status requires attention.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456432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3649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Role Management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73075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finer-grained permissions beyond Admin and Employee.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3456432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3649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Reports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12280" y="373075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reporting on machine health and maintenance history.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965192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8737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Access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523951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platform for on-the-floor technician access.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7091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3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4965192"/>
            <a:ext cx="128016" cy="12801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8737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523951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platform to cloud infrastructure for wider accessibility.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486400" cy="5486400"/>
          </a:xfrm>
          <a:prstGeom prst="ellipse">
            <a:avLst/>
          </a:prstGeom>
          <a:solidFill>
            <a:srgbClr val="0F2E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connected predictive-maintenance platform.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Failure Analysis Platform brings together industrial monitoring, data analytics, AI-assisted insight, and maintenance workflow management into one secure system — built on the AI4I 2020 Predictive Maintenance dataset — moving maintenance from reactive to proactive.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E5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fleet-wide visibility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E5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failure insight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E5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guidance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3017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E52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1540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maintenance ops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throughout by username/password authentication and role-based, session-protected access for Admin and Employee users.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F2E52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754880"/>
            <a:ext cx="4023360" cy="402336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1828800"/>
            <a:ext cx="4754880" cy="4754880"/>
          </a:xfrm>
          <a:prstGeom prst="ellipse">
            <a:avLst/>
          </a:prstGeom>
          <a:solidFill>
            <a:srgbClr val="0F2E5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Analysis Platform — AI4I 2020 Predictive Maintenance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Subal V 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5468112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github.com/subal-v-r/Machine-Failure-Analysis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2026-08-17T12:35:29Z</dcterms:created>
  <dcterms:modified xsi:type="dcterms:W3CDTF">2026-08-17T12:35:29Z</dcterms:modified>
</cp:coreProperties>
</file>